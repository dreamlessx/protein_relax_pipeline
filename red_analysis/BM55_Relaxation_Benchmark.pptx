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Benchmarking Protein Structure Relaxation</a:t>
            </a:r>
            <a:br/>
            <a:r>
              <a:t>on BM5.5: AMBER vs Rosetta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Systematic comparison of relaxation protocols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across 257 protein-protein docking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9999"/>
                </a:solidFill>
              </a:defRPr>
            </a:pPr>
            <a:r>
              <a:t>257 targets · 110K+ measurements · 2 independent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Meiler Lab · Vanderbilt University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Study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Question: How do relaxation protocols affect predicted protein structures?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Prediction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AlphaFold2 (relaxed + unrelaxed outputs)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Boltz-1 (diffusion-based structure prediction)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Relaxation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AMBER (energy minimization, built into AF2)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(6 protocols: 3 sampling × 2 energy functions)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Evaluation: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Global accuracy: TM-score, RMSD vs crystal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Local geometry: MolProbity (clashscore, rotamers, Ramachandran)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BM5.5 Benchmark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Dataset Scale: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257 protein-protein docking targets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605 chains, 122,966 residues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 independent pipelines (Blue + Green)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Data Collected: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Pre-relaxation TM/RMSD: 12,065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MolProbity validation: 12,539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TM-score: 257 targets (45K+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MolProbity: 257 targets (56K+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Protocol Matrix: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 input types × 6 protocols × 5 replicates = 180 runs/target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Phase 1: Pre-relaxation accuracy (TM-score, RMSD)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AF2 vs Boltz-1 baseline comparison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2: Rosetta relaxation effect on TM-score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6 protocols × 6 sources × 5 replicates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3: AMBER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257 targets, both pipelines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4: Rosetta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The critical comparison: does Rosetta add value?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5: Statistical analysis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Wilcoxon, Friedman, Cliff's delta, Blue-Green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Global Fold Accuracy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AF2 wins on TM-score (54% of targets)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has negligible effect on TM (d = -0.01)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3 catastrophic failures (TM &lt; 0.5): all methods fail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High reproducibility: Blue-Green r = 0.997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AF2 vs Boltz-1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Metric               AF2 (relaxed)    Boltz-1       Winner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TM-score             0.943            0.939         AF2 (54%)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          2.82             15.09         AF2 (5× better)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Rama Favored %       96.99            98.38         Boltz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Rotamer Outliers %   0.89             0.23          Boltz (4× fewer)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MolProbity Score     0.70             1.16          AF2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After AMBER: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MP Score             0.70             0.45          AMBER(Boltz) wins!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Nuance: Boltz has better backbone but worse clashes.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AMBER fixes the clashes → AMBER(Boltz) = best local geometry.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AMBER: The Dual Effect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943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AMBER simultaneously: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zero effect on fold accuracy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(TM d = -0.01, negligible)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massive effect on local geometry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(Clash d = -0.99, large)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This is a free lunch: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257/257 AF targets improved (100%)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256/257 Boltz targets improved (99.6%)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</a:defRPr>
            </a:pPr>
            <a:r>
              <a:t>Crystal Structures Have the Worst MolProbity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Source        Clash   Rota%   MP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       13.85   6.15    1.81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relaxed    2.82    0.89    0.70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AMBER(Boltz)  1.60    0.36    0.45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Crystal: 5× worse clashscore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7× more rota outliers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Predictions are computationally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idealized; crystal captures real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experimental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Relaxation: TM-score Impact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All 6 protocols degrade TM-score: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ΔTM ≈ -0.019 (d = -0.36, medium)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2/110 targets improved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 &lt; 1e-17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Protocol ranking: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Cart. β ≈ Norm. β (top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Dual. protocols (bottom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Blue-Green agreement: r = 0.99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5 replicates: 94% with σ &lt; 0.01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Rosetta MolProbity: The Key Finding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dramatically improves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local geometry: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unr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22.9 → 1.0 (96%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Boltz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12.5 → 0.9 (93%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 0.8% →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energy function is key: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β: 0.65-0.69 vs REF15: 1.0-1.4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protocols win 96% of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AMBER vs Rosetta: Direct Comparison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beats AMBER (n=100):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2.74 → Rosetta: 0.98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(64%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0.68 → Rosetta: 0.30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(56%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0.86% → Rosetta: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(virtually eliminated)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Eliminates Steric Clashes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9144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Every point below the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diagonal = improvement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All input types collapse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to clashscore ≈ 0.7-1.0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regardless of starting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(2-50+)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Rosetta energy function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naturally eliminates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steric clashes during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structure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Reproducibility: Blue-Green Agreement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9144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Two independent implementations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of the same protocol: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Metric          Pearson r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TM    0.997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RMSD  0.994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TM        0.988-0.992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        0.867-0.991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          0.941-0.984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The protocol specification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is unambiguous and results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are not implementation artifacts.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The Tradeoff: Accuracy vs Geometry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Each point = one target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(star):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no change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big improvement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Free lunch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(circles):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small cost (~0.02)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even bigger gain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Worth it for docking,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MD, drug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1. AMBER relaxation is a free lunch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Zero TM-score cost, massive MolProbity gain (d = -0.99)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Should be standard practice for ALL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2. Rosetta relaxation improves MolProbity MORE than AMBER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Clashscore: 0.98 vs 2.74 (64% better than AMBER)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But at a TM-score cost of ~0.02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3. Beta energy function is the critical differentiator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β protocols: 0.65-0.69 clashscore vs REF15: 1.0-1.4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Recommended: cartesian_beta (best TM + near-best MP)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4. Crystal structures have worst local geometry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5× worse clashscore than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Expected: predictions are computationally idealized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5. Everything reproduces (Blue-Green r &gt; 0.98)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Immediate: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Complete Rosetta processing (204/257 Blue, 257/257 Green done)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Final statistical analysis with full dataset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Manuscript preparation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Extensions: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Impact on downstream docking performance (HADDOCK, ClusPro)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Interface-specific relaxation effects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Newer prediction methods (AF3, Boltz-2, Chai-1)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Per-residue quality analysis at binding interfaces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Code &amp; Data: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github.com/dreamlessx/Protein_Relax_Pipeline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Full analysis pipeline reproducible from raw PDBs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